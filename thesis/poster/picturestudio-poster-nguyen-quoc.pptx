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0368fd9144347" /><Relationship Type="http://schemas.openxmlformats.org/officeDocument/2006/relationships/extended-properties" Target="/docProps/app.xml" Id="R68432f8c2c344dde" /><Relationship Type="http://schemas.openxmlformats.org/officeDocument/2006/relationships/officeDocument" Target="/ppt/presentation.xml" Id="R5e367b554707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4bc44bb864db5"/>
  </p:sldMasterIdLst>
  <p:notesMasterIdLst>
    <p:notesMasterId xmlns:r="http://schemas.openxmlformats.org/officeDocument/2006/relationships" r:id="Rfdd1c7c0972a42e3"/>
  </p:notesMasterIdLst>
  <p:sldIdLst>
    <p:sldId xmlns:r="http://schemas.openxmlformats.org/officeDocument/2006/relationships" id="256" r:id="R36cd158d88484d8c"/>
  </p:sldIdLst>
  <p:sldSz cx="10287000" cy="14554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024c10c6f4a86" /><Relationship Type="http://schemas.openxmlformats.org/officeDocument/2006/relationships/slideMaster" Target="/ppt/slideMasters/slideMaster1.xml" Id="R8db4bc44bb864db5" /><Relationship Type="http://schemas.openxmlformats.org/officeDocument/2006/relationships/notesMaster" Target="/ppt/notesMasters/notesMaster1.xml" Id="Rfdd1c7c0972a42e3" /><Relationship Type="http://schemas.openxmlformats.org/officeDocument/2006/relationships/presProps" Target="/ppt/presProps.xml" Id="R091953257e604a43" /><Relationship Type="http://schemas.openxmlformats.org/officeDocument/2006/relationships/viewProps" Target="/ppt/viewProps.xml" Id="R40733c6d795042e7" /><Relationship Type="http://schemas.openxmlformats.org/officeDocument/2006/relationships/tableStyles" Target="/ppt/tableStyles.xml" Id="R8ea1bdb0db8646aa" /><Relationship Type="http://schemas.openxmlformats.org/officeDocument/2006/relationships/slide" Target="/ppt/slides/slide1.xml" Id="R36cd158d88484d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8572c1e364e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e3d81066b43b7" /><Relationship Type="http://schemas.openxmlformats.org/officeDocument/2006/relationships/notesMaster" Target="/ppt/notesMasters/notesMaster1.xml" Id="Rc63b38bf2fcf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40a89eaa5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e6099deaf4b3e" /><Relationship Type="http://schemas.openxmlformats.org/officeDocument/2006/relationships/slideLayout" Target="/ppt/slideLayouts/slideLayout1.xml" Id="R757ba1d14d2845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7ba1d14d2845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afc156b1e4e2e" /><Relationship Type="http://schemas.openxmlformats.org/officeDocument/2006/relationships/image" Target="/ppt/media/image.png" Id="Ra443df07d9854ec7" /><Relationship Type="http://schemas.openxmlformats.org/officeDocument/2006/relationships/notesSlide" Target="/ppt/notesSlides/notesSlide1.xml" Id="R036bf933950640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CE575-B80A-458A-88B6-64EFBAB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55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3df07d9854ec7"/>
          <a:srcRect xmlns:a="http://schemas.openxmlformats.org/drawingml/2006/main" l="0" t="37963" r="0" b="37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5CCF2-73E1-4A2D-A9EE-4E06E89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0FB61-F69F-47D2-95B5-A12A9A9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3689C-B68D-4319-B58F-564B0430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B4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B49A"/>
                </a:solidFill>
                <a:latin typeface="Arial"/>
                <a:ea typeface="Arial"/>
                <a:cs typeface="Arial"/>
              </a:rPr>
              <a:t>ĐỒ ÁN HỆ THỐNG QUẢN LÝ STUDIO ẢNH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DE2D6-2DC4-4F9F-8E35-B6070F57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PictureStudio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4E075-2583-4BFE-9920-106DE5D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EE7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E7DE"/>
                </a:solidFill>
                <a:latin typeface="Arial"/>
                <a:ea typeface="Arial"/>
                <a:cs typeface="Arial"/>
              </a:rPr>
              <a:t>Một nguồn dữ liệu thống nhất cho toàn bộ hành trình</a:t>
            </a:r>
          </a:p>
          <a:p xmlns:a="http://schemas.openxmlformats.org/drawingml/2006/main">
            <a:pPr algn="l">
              <a:defRPr sz="1725" b="0">
                <a:solidFill>
                  <a:srgbClr val="EEE7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EE7DE"/>
                </a:solidFill>
                <a:latin typeface="Arial"/>
                <a:ea typeface="Arial"/>
                <a:cs typeface="Arial"/>
              </a:rPr>
              <a:t>đặt lịch, hợp đồng, thanh toán và vận hành studio.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6C62-C2C6-4240-A097-2B2D1A3F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NEXT.JS 16  ·  SUPABASE  · 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059A3-7FE9-4598-BDBB-85AE167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21431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9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03CF0-1BDA-49F0-AE6D-5B68F63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048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THÔNG TIN ĐỒ 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2913C-075F-42E2-83BB-9087DA3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14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Nguyễn Quốc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0D2BD-F3E9-4EA7-A1BA-852EFA4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55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55C"/>
                </a:solidFill>
                <a:latin typeface="Arial"/>
                <a:ea typeface="Arial"/>
                <a:cs typeface="Arial"/>
              </a:rPr>
              <a:t>MSSV: 170123424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3A005-C141-4F7D-B8C6-F38EDFB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14A97-43E4-4101-8022-E7802433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55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655C"/>
                </a:solidFill>
                <a:latin typeface="Arial"/>
                <a:ea typeface="Arial"/>
                <a:cs typeface="Arial"/>
              </a:rPr>
              <a:t>Giảng viên hướng dẫn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B1E25-633F-40D6-919C-4EC1D6B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336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ThS Dương Ngọc</a:t>
            </a:r>
          </a:p>
          <a:p xmlns:a="http://schemas.openxmlformats.org/drawingml/2006/main">
            <a:pPr algn="l">
              <a:defRPr sz="1200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Vân Khanh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CF78A-51A0-426F-9C3D-E6416BD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BÀI TOÁN &amp; GIẢI PHÁP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FD0F6-B5B9-4754-ABD1-37E928D5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8096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00E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1100E"/>
                </a:solidFill>
                <a:latin typeface="Georgia"/>
                <a:ea typeface="Georgia"/>
                <a:cs typeface="Georgia"/>
              </a:rPr>
              <a:t>Studio không thiếu website — studio thiếu một luồng vận hành thống nhất.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D5778-AE1D-4086-82B2-753F6AF7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876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5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D655C"/>
                </a:solidFill>
                <a:latin typeface="Arial"/>
                <a:ea typeface="Arial"/>
                <a:cs typeface="Arial"/>
              </a:rPr>
              <a:t>Dữ liệu phân mảnh giữa tin nhắn, lịch chụp, hợp đồng và thanh toán khiến khách hàng thiếu minh bạch, nhân sự khó theo dõi và studio khó mở rộng.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C1342-86C9-4378-A8B4-EE475E0A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918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CB659-0D7E-4F5E-AAF2-9B1C3CB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B4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B49A"/>
                </a:solidFill>
                <a:latin typeface="Arial"/>
                <a:ea typeface="Arial"/>
                <a:cs typeface="Arial"/>
              </a:rPr>
              <a:t>SINGLE SOURCE OF TRUTH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07737-8311-426B-98E6-243C49F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Cổng khách hàng  ↔  Supabase / PostgreSQL  ↔  Cổng quản trị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8B9C0-63B5-4A82-B98B-00F6836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4198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F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CFC4"/>
                </a:solidFill>
                <a:latin typeface="Arial"/>
                <a:ea typeface="Arial"/>
                <a:cs typeface="Arial"/>
              </a:rPr>
              <a:t>Hai trải nghiệm đúng vai trò, cùng đọc và cập nhật trên một hệ thống dữ liệu.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67FE3-15E7-400B-B515-3B51BBB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A55DE-A785-445A-9747-255CD044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485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1100E"/>
                </a:solidFill>
                <a:latin typeface="Georgia"/>
                <a:ea typeface="Georgia"/>
                <a:cs typeface="Georgia"/>
              </a:rPr>
              <a:t>Frontend hiển thị · API điều phối · Database bảo vệ sự thật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68A00-58DA-485E-B34F-138E8C3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48625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F74A8-B40D-4449-B323-5AF38343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1025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70B1A-DB07-4B5E-AF19-53A514F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Next.js + React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FDCC6-1342-41E8-9745-D6EFF6E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344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55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55C"/>
                </a:solidFill>
                <a:latin typeface="Arial"/>
                <a:ea typeface="Arial"/>
                <a:cs typeface="Arial"/>
              </a:rPr>
              <a:t>Website public, cổng khách hàng, dashboard quản trị và Route Handlers.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C754E-59C2-457E-B125-13C0160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57250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638F8-F0E2-45AB-AE89-CE20D576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8048625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9A6B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163FA-5101-44C5-8FE5-850B73A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201025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B8CF8-4F32-410E-A61D-987E6252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725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10ED0-3EE1-42E7-AE34-0C08D80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9344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F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CFC4"/>
                </a:solidFill>
                <a:latin typeface="Arial"/>
                <a:ea typeface="Arial"/>
                <a:cs typeface="Arial"/>
              </a:rPr>
              <a:t>Auth, Data API, JWT và RPC điều phối phiên đăng nhập.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447CB0-CC48-4F6B-BCCA-7FB17F2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57250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C69523-B9CA-47E8-9461-1B5510B4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048625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44236-5889-417F-818E-87993EC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201025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B63D2-34CB-4A0A-AE20-D4F57D6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PostgreSQL + RLS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D3899C-F5A0-44CE-8EAF-98B61C1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344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55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55C"/>
                </a:solidFill>
                <a:latin typeface="Arial"/>
                <a:ea typeface="Arial"/>
                <a:cs typeface="Arial"/>
              </a:rPr>
              <a:t>Quan hệ dữ liệu, trigger tự động và policy theo từng dòng.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FDCB9-D9D6-4E37-AB5C-8BE086D2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583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LUỒNG NGHIỆP VỤ TỰ ĐỘNG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1BD765-0BBE-413E-9CA9-C0208115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6317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00E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1100E"/>
                </a:solidFill>
                <a:latin typeface="Georgia"/>
                <a:ea typeface="Georgia"/>
                <a:cs typeface="Georgia"/>
              </a:rPr>
              <a:t>Một lần đặt lịch kích hoạt toàn bộ chuỗi dữ liệu phía sau.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87B03F-62D9-45EF-BAD2-15A268F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15625"/>
            <a:ext cx="1571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973EAD-1246-4268-BD4F-FE665CA9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D55B3D-FC06-4176-8751-A26CE23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728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Chọn dịch vụ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95A6A-6C31-4611-82D1-04B3A5C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1029950"/>
            <a:ext cx="266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69E063-684D-40E0-BA04-416E948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15625"/>
            <a:ext cx="1571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3EE9D4-56D9-4BBD-94B3-262D832B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08585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DFF56B-1225-48D4-A3F4-F6C346A4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11728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Chọn lịch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BB6454-92EC-4A5F-9FF8-E0307DDB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1029950"/>
            <a:ext cx="266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05D84B-2AE6-449B-86D9-9D0A2278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715625"/>
            <a:ext cx="1571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11100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78CEB-0D69-43F0-8ED5-F0C0BAF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8585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017451-913B-418E-BE56-18CCC36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1728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Tạo booking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7C83B6-5020-4B08-895C-B989DB96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029950"/>
            <a:ext cx="266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61A1CF-338C-4F0C-99F7-4726099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715625"/>
            <a:ext cx="1571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FF94F4-891D-4B2A-8CBE-96803D6C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8585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1A363D-5D6A-4B00-8A12-9138BB1B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1728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Sinh hợp đồng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967B8F-7FD5-4059-9696-4C8D5CAE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029950"/>
            <a:ext cx="266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6B2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D0943E-9410-417D-9E1A-D3FD0DD9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715625"/>
            <a:ext cx="1571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B49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93798E-B030-470F-9FAA-3386E7D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08585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6B2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9A6B2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CFC2AD-FB9B-4F52-96FA-9B8AB94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1728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Sinh thanh toán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003969-870F-43DC-BE2B-F5BD6E70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53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GIÁ TRỊ NỔI BẬT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03162A-F729-46C4-B32A-F81955B6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CD31C0-9741-40DE-9BF3-7A3DD1D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3012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1EB968-64DB-4265-9AFC-48345AF9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4110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Đặt lịch · xem booking · ký hợp đồng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55D482-DC37-4EB5-AC11-9436F118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2872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6EAFA9-82CF-4422-AA6A-B8B4028D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43012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2C089D-FFD3-4CAE-8F82-F269093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241107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JWT · RLS · phân quyền theo vai trò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DCF332-A3ED-49E1-8FBF-79BB06A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683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7CF2AE-012D-4D95-AB72-7B11476A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1117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B844FA-6601-424A-A1C3-29B69A1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31921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Đối soát thực tế · tải hóa đơn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DE39F9-4971-40AD-9AD7-76F6591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0683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7CF0C2-BF38-40E5-BE8D-D9966B49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211175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6B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6B2F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8F3EF0-7DA9-46DA-A5E7-AE4E241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31921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0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00E"/>
                </a:solidFill>
                <a:latin typeface="Arial"/>
                <a:ea typeface="Arial"/>
                <a:cs typeface="Arial"/>
              </a:rPr>
              <a:t>Một mô hình dữ liệu cho toàn studio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BA4BEF-4ADC-412C-B66A-BAB3A4A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954125"/>
            <a:ext cx="10287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6896A4-A793-49D4-B398-3F36BDFE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163675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B4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7B49A"/>
                </a:solidFill>
                <a:latin typeface="Arial"/>
                <a:ea typeface="Arial"/>
                <a:cs typeface="Arial"/>
              </a:rPr>
              <a:t>34 ROUTES  ·  7 RELATIONAL TABLES  ·  BOOKING / AGREEMENT / INVOICE API  ·  TYPESCRIPT + ESLINT + PRODUCTION BUILD PASS</a:t>
            </a:r>
          </a:p>
        </p:txBody>
      </p:sp>
    </p:spTree>
    <p:extLst>
      <p:ext uri="{BB962C8B-B14F-4D97-AF65-F5344CB8AC3E}">
        <p14:creationId xmlns:p14="http://schemas.microsoft.com/office/powerpoint/2010/main" val="1148580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2026-06-10T05:43:35.1200000Z</dcterms:created>
  <dcterms:modified xsi:type="dcterms:W3CDTF">2026-06-10T05:43:35.1200000Z</dcterms:modified>
</coreProperties>
</file>